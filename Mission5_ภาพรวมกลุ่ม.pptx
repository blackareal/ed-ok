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15A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ค่ายคณิตศาสตร์ เต่างอยพัฒนศึกษา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MISSION 5 · เซลฟี่คณิตศาสตร์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นักเรียนมาจริง 73 คน · 9 กลุ่ม · ยืนเข้าแถวตามคอลัมน์ของกลุ่มตนเอง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195832" cy="5440680"/>
          </a:xfrm>
          <a:prstGeom prst="roundRect">
            <a:avLst>
              <a:gd name="adj" fmla="val 3823"/>
            </a:avLst>
          </a:prstGeom>
          <a:solidFill>
            <a:srgbClr val="F7F9FB"/>
          </a:solidFill>
          <a:ln w="12700">
            <a:solidFill>
              <a:srgbClr val="0086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1195832" cy="502920"/>
          </a:xfrm>
          <a:prstGeom prst="roundRect">
            <a:avLst>
              <a:gd name="adj" fmla="val 9091"/>
            </a:avLst>
          </a:prstGeom>
          <a:solidFill>
            <a:srgbClr val="0086C8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664208"/>
            <a:ext cx="1195832" cy="73152"/>
          </a:xfrm>
          <a:prstGeom prst="rect">
            <a:avLst/>
          </a:prstGeom>
          <a:solidFill>
            <a:srgbClr val="0086C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34440"/>
            <a:ext cx="1195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 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" y="182880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82880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29184" y="237337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37337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29184" y="291795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291795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759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329184" y="3462528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3462528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848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329184" y="4007104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4007104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069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329184" y="455168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455168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731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329184" y="509625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509625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782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329184" y="564083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564083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444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579880" y="1234440"/>
            <a:ext cx="1195832" cy="5440680"/>
          </a:xfrm>
          <a:prstGeom prst="roundRect">
            <a:avLst>
              <a:gd name="adj" fmla="val 3823"/>
            </a:avLst>
          </a:prstGeom>
          <a:solidFill>
            <a:srgbClr val="F7F9FB"/>
          </a:solidFill>
          <a:ln w="12700">
            <a:solidFill>
              <a:srgbClr val="0086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79880" y="1234440"/>
            <a:ext cx="1195832" cy="502920"/>
          </a:xfrm>
          <a:prstGeom prst="roundRect">
            <a:avLst>
              <a:gd name="adj" fmla="val 9091"/>
            </a:avLst>
          </a:prstGeom>
          <a:solidFill>
            <a:srgbClr val="0086C8"/>
          </a:solidFill>
          <a:ln/>
        </p:spPr>
      </p:sp>
      <p:sp>
        <p:nvSpPr>
          <p:cNvPr id="28" name="Shape 26"/>
          <p:cNvSpPr/>
          <p:nvPr/>
        </p:nvSpPr>
        <p:spPr>
          <a:xfrm>
            <a:off x="1579880" y="1664208"/>
            <a:ext cx="1195832" cy="73152"/>
          </a:xfrm>
          <a:prstGeom prst="rect">
            <a:avLst/>
          </a:prstGeom>
          <a:solidFill>
            <a:srgbClr val="0086C8"/>
          </a:solidFill>
          <a:ln/>
        </p:spPr>
      </p:sp>
      <p:sp>
        <p:nvSpPr>
          <p:cNvPr id="29" name="Text 27"/>
          <p:cNvSpPr/>
          <p:nvPr/>
        </p:nvSpPr>
        <p:spPr>
          <a:xfrm>
            <a:off x="1579880" y="1234440"/>
            <a:ext cx="1195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 2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634744" y="182880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34744" y="182880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094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1634744" y="237337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34744" y="237337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1634744" y="291795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34744" y="291795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896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1634744" y="3462528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34744" y="3462528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981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1634744" y="4007104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34744" y="4007104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916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1634744" y="455168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34744" y="455168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693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1634744" y="509625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4744" y="509625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830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1634744" y="564083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34744" y="564083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858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2885440" y="1234440"/>
            <a:ext cx="1195832" cy="5440680"/>
          </a:xfrm>
          <a:prstGeom prst="roundRect">
            <a:avLst>
              <a:gd name="adj" fmla="val 3823"/>
            </a:avLst>
          </a:prstGeom>
          <a:solidFill>
            <a:srgbClr val="F7F9FB"/>
          </a:solidFill>
          <a:ln w="12700">
            <a:solidFill>
              <a:srgbClr val="0086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85440" y="1234440"/>
            <a:ext cx="1195832" cy="502920"/>
          </a:xfrm>
          <a:prstGeom prst="roundRect">
            <a:avLst>
              <a:gd name="adj" fmla="val 9091"/>
            </a:avLst>
          </a:prstGeom>
          <a:solidFill>
            <a:srgbClr val="0086C8"/>
          </a:solidFill>
          <a:ln/>
        </p:spPr>
      </p:sp>
      <p:sp>
        <p:nvSpPr>
          <p:cNvPr id="48" name="Shape 46"/>
          <p:cNvSpPr/>
          <p:nvPr/>
        </p:nvSpPr>
        <p:spPr>
          <a:xfrm>
            <a:off x="2885440" y="1664208"/>
            <a:ext cx="1195832" cy="73152"/>
          </a:xfrm>
          <a:prstGeom prst="rect">
            <a:avLst/>
          </a:prstGeom>
          <a:solidFill>
            <a:srgbClr val="0086C8"/>
          </a:solidFill>
          <a:ln/>
        </p:spPr>
      </p:sp>
      <p:sp>
        <p:nvSpPr>
          <p:cNvPr id="49" name="Text 47"/>
          <p:cNvSpPr/>
          <p:nvPr/>
        </p:nvSpPr>
        <p:spPr>
          <a:xfrm>
            <a:off x="2885440" y="1234440"/>
            <a:ext cx="1195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 3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2940304" y="182880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40304" y="182880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</a:t>
            </a:r>
            <a:endParaRPr lang="en-US" sz="1900" dirty="0"/>
          </a:p>
        </p:txBody>
      </p:sp>
      <p:sp>
        <p:nvSpPr>
          <p:cNvPr id="52" name="Shape 50"/>
          <p:cNvSpPr/>
          <p:nvPr/>
        </p:nvSpPr>
        <p:spPr>
          <a:xfrm>
            <a:off x="2940304" y="237337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40304" y="237337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498</a:t>
            </a:r>
            <a:endParaRPr lang="en-US" sz="1900" dirty="0"/>
          </a:p>
        </p:txBody>
      </p:sp>
      <p:sp>
        <p:nvSpPr>
          <p:cNvPr id="54" name="Shape 52"/>
          <p:cNvSpPr/>
          <p:nvPr/>
        </p:nvSpPr>
        <p:spPr>
          <a:xfrm>
            <a:off x="2940304" y="291795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40304" y="291795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438</a:t>
            </a:r>
            <a:endParaRPr lang="en-US" sz="1900" dirty="0"/>
          </a:p>
        </p:txBody>
      </p:sp>
      <p:sp>
        <p:nvSpPr>
          <p:cNvPr id="56" name="Shape 54"/>
          <p:cNvSpPr/>
          <p:nvPr/>
        </p:nvSpPr>
        <p:spPr>
          <a:xfrm>
            <a:off x="2940304" y="3462528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40304" y="3462528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786</a:t>
            </a:r>
            <a:endParaRPr lang="en-US" sz="1900" dirty="0"/>
          </a:p>
        </p:txBody>
      </p:sp>
      <p:sp>
        <p:nvSpPr>
          <p:cNvPr id="58" name="Shape 56"/>
          <p:cNvSpPr/>
          <p:nvPr/>
        </p:nvSpPr>
        <p:spPr>
          <a:xfrm>
            <a:off x="2940304" y="4007104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40304" y="4007104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631</a:t>
            </a:r>
            <a:endParaRPr lang="en-US" sz="1900" dirty="0"/>
          </a:p>
        </p:txBody>
      </p:sp>
      <p:sp>
        <p:nvSpPr>
          <p:cNvPr id="60" name="Shape 58"/>
          <p:cNvSpPr/>
          <p:nvPr/>
        </p:nvSpPr>
        <p:spPr>
          <a:xfrm>
            <a:off x="2940304" y="455168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40304" y="455168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671</a:t>
            </a:r>
            <a:endParaRPr lang="en-US" sz="1900" dirty="0"/>
          </a:p>
        </p:txBody>
      </p:sp>
      <p:sp>
        <p:nvSpPr>
          <p:cNvPr id="62" name="Shape 60"/>
          <p:cNvSpPr/>
          <p:nvPr/>
        </p:nvSpPr>
        <p:spPr>
          <a:xfrm>
            <a:off x="2940304" y="509625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40304" y="509625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992</a:t>
            </a:r>
            <a:endParaRPr lang="en-US" sz="1900" dirty="0"/>
          </a:p>
        </p:txBody>
      </p:sp>
      <p:sp>
        <p:nvSpPr>
          <p:cNvPr id="64" name="Shape 62"/>
          <p:cNvSpPr/>
          <p:nvPr/>
        </p:nvSpPr>
        <p:spPr>
          <a:xfrm>
            <a:off x="2940304" y="564083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40304" y="564083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362</a:t>
            </a:r>
            <a:endParaRPr lang="en-US" sz="1900" dirty="0"/>
          </a:p>
        </p:txBody>
      </p:sp>
      <p:sp>
        <p:nvSpPr>
          <p:cNvPr id="66" name="Shape 64"/>
          <p:cNvSpPr/>
          <p:nvPr/>
        </p:nvSpPr>
        <p:spPr>
          <a:xfrm>
            <a:off x="4191000" y="1234440"/>
            <a:ext cx="1195832" cy="5440680"/>
          </a:xfrm>
          <a:prstGeom prst="roundRect">
            <a:avLst>
              <a:gd name="adj" fmla="val 3823"/>
            </a:avLst>
          </a:prstGeom>
          <a:solidFill>
            <a:srgbClr val="F7F9FB"/>
          </a:solidFill>
          <a:ln w="12700">
            <a:solidFill>
              <a:srgbClr val="0086C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91000" y="1234440"/>
            <a:ext cx="1195832" cy="502920"/>
          </a:xfrm>
          <a:prstGeom prst="roundRect">
            <a:avLst>
              <a:gd name="adj" fmla="val 9091"/>
            </a:avLst>
          </a:prstGeom>
          <a:solidFill>
            <a:srgbClr val="0086C8"/>
          </a:solidFill>
          <a:ln/>
        </p:spPr>
      </p:sp>
      <p:sp>
        <p:nvSpPr>
          <p:cNvPr id="68" name="Shape 66"/>
          <p:cNvSpPr/>
          <p:nvPr/>
        </p:nvSpPr>
        <p:spPr>
          <a:xfrm>
            <a:off x="4191000" y="1664208"/>
            <a:ext cx="1195832" cy="73152"/>
          </a:xfrm>
          <a:prstGeom prst="rect">
            <a:avLst/>
          </a:prstGeom>
          <a:solidFill>
            <a:srgbClr val="0086C8"/>
          </a:solidFill>
          <a:ln/>
        </p:spPr>
      </p:sp>
      <p:sp>
        <p:nvSpPr>
          <p:cNvPr id="69" name="Text 67"/>
          <p:cNvSpPr/>
          <p:nvPr/>
        </p:nvSpPr>
        <p:spPr>
          <a:xfrm>
            <a:off x="4191000" y="1234440"/>
            <a:ext cx="1195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 4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245864" y="182880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45864" y="182880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452</a:t>
            </a:r>
            <a:endParaRPr lang="en-US" sz="1900" dirty="0"/>
          </a:p>
        </p:txBody>
      </p:sp>
      <p:sp>
        <p:nvSpPr>
          <p:cNvPr id="72" name="Shape 70"/>
          <p:cNvSpPr/>
          <p:nvPr/>
        </p:nvSpPr>
        <p:spPr>
          <a:xfrm>
            <a:off x="4245864" y="237337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45864" y="237337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672</a:t>
            </a:r>
            <a:endParaRPr lang="en-US" sz="1900" dirty="0"/>
          </a:p>
        </p:txBody>
      </p:sp>
      <p:sp>
        <p:nvSpPr>
          <p:cNvPr id="74" name="Shape 72"/>
          <p:cNvSpPr/>
          <p:nvPr/>
        </p:nvSpPr>
        <p:spPr>
          <a:xfrm>
            <a:off x="4245864" y="291795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45864" y="291795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898</a:t>
            </a:r>
            <a:endParaRPr lang="en-US" sz="1900" dirty="0"/>
          </a:p>
        </p:txBody>
      </p:sp>
      <p:sp>
        <p:nvSpPr>
          <p:cNvPr id="76" name="Shape 74"/>
          <p:cNvSpPr/>
          <p:nvPr/>
        </p:nvSpPr>
        <p:spPr>
          <a:xfrm>
            <a:off x="4245864" y="3462528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45864" y="3462528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361</a:t>
            </a:r>
            <a:endParaRPr lang="en-US" sz="1900" dirty="0"/>
          </a:p>
        </p:txBody>
      </p:sp>
      <p:sp>
        <p:nvSpPr>
          <p:cNvPr id="78" name="Shape 76"/>
          <p:cNvSpPr/>
          <p:nvPr/>
        </p:nvSpPr>
        <p:spPr>
          <a:xfrm>
            <a:off x="4245864" y="4007104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45864" y="4007104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853</a:t>
            </a:r>
            <a:endParaRPr lang="en-US" sz="1900" dirty="0"/>
          </a:p>
        </p:txBody>
      </p:sp>
      <p:sp>
        <p:nvSpPr>
          <p:cNvPr id="80" name="Shape 78"/>
          <p:cNvSpPr/>
          <p:nvPr/>
        </p:nvSpPr>
        <p:spPr>
          <a:xfrm>
            <a:off x="4245864" y="455168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45864" y="455168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266</a:t>
            </a:r>
            <a:endParaRPr lang="en-US" sz="1900" dirty="0"/>
          </a:p>
        </p:txBody>
      </p:sp>
      <p:sp>
        <p:nvSpPr>
          <p:cNvPr id="82" name="Shape 80"/>
          <p:cNvSpPr/>
          <p:nvPr/>
        </p:nvSpPr>
        <p:spPr>
          <a:xfrm>
            <a:off x="4245864" y="509625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45864" y="509625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915</a:t>
            </a:r>
            <a:endParaRPr lang="en-US" sz="1900" dirty="0"/>
          </a:p>
        </p:txBody>
      </p:sp>
      <p:sp>
        <p:nvSpPr>
          <p:cNvPr id="84" name="Shape 82"/>
          <p:cNvSpPr/>
          <p:nvPr/>
        </p:nvSpPr>
        <p:spPr>
          <a:xfrm>
            <a:off x="4245864" y="564083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245864" y="564083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</a:t>
            </a:r>
            <a:endParaRPr lang="en-US" sz="1900" dirty="0"/>
          </a:p>
        </p:txBody>
      </p:sp>
      <p:sp>
        <p:nvSpPr>
          <p:cNvPr id="86" name="Shape 84"/>
          <p:cNvSpPr/>
          <p:nvPr/>
        </p:nvSpPr>
        <p:spPr>
          <a:xfrm>
            <a:off x="5496560" y="1234440"/>
            <a:ext cx="1195832" cy="5440680"/>
          </a:xfrm>
          <a:prstGeom prst="roundRect">
            <a:avLst>
              <a:gd name="adj" fmla="val 3823"/>
            </a:avLst>
          </a:prstGeom>
          <a:solidFill>
            <a:srgbClr val="F7F9FB"/>
          </a:solidFill>
          <a:ln w="12700">
            <a:solidFill>
              <a:srgbClr val="0086C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96560" y="1234440"/>
            <a:ext cx="1195832" cy="502920"/>
          </a:xfrm>
          <a:prstGeom prst="roundRect">
            <a:avLst>
              <a:gd name="adj" fmla="val 9091"/>
            </a:avLst>
          </a:prstGeom>
          <a:solidFill>
            <a:srgbClr val="0086C8"/>
          </a:solidFill>
          <a:ln/>
        </p:spPr>
      </p:sp>
      <p:sp>
        <p:nvSpPr>
          <p:cNvPr id="88" name="Shape 86"/>
          <p:cNvSpPr/>
          <p:nvPr/>
        </p:nvSpPr>
        <p:spPr>
          <a:xfrm>
            <a:off x="5496560" y="1664208"/>
            <a:ext cx="1195832" cy="73152"/>
          </a:xfrm>
          <a:prstGeom prst="rect">
            <a:avLst/>
          </a:prstGeom>
          <a:solidFill>
            <a:srgbClr val="0086C8"/>
          </a:solidFill>
          <a:ln/>
        </p:spPr>
      </p:sp>
      <p:sp>
        <p:nvSpPr>
          <p:cNvPr id="89" name="Text 87"/>
          <p:cNvSpPr/>
          <p:nvPr/>
        </p:nvSpPr>
        <p:spPr>
          <a:xfrm>
            <a:off x="5496560" y="1234440"/>
            <a:ext cx="1195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 5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5551424" y="182880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51424" y="182880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889</a:t>
            </a:r>
            <a:endParaRPr lang="en-US" sz="1900" dirty="0"/>
          </a:p>
        </p:txBody>
      </p:sp>
      <p:sp>
        <p:nvSpPr>
          <p:cNvPr id="92" name="Shape 90"/>
          <p:cNvSpPr/>
          <p:nvPr/>
        </p:nvSpPr>
        <p:spPr>
          <a:xfrm>
            <a:off x="5551424" y="237337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551424" y="237337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</a:t>
            </a:r>
            <a:endParaRPr lang="en-US" sz="1900" dirty="0"/>
          </a:p>
        </p:txBody>
      </p:sp>
      <p:sp>
        <p:nvSpPr>
          <p:cNvPr id="94" name="Shape 92"/>
          <p:cNvSpPr/>
          <p:nvPr/>
        </p:nvSpPr>
        <p:spPr>
          <a:xfrm>
            <a:off x="5551424" y="291795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551424" y="291795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571</a:t>
            </a:r>
            <a:endParaRPr lang="en-US" sz="1900" dirty="0"/>
          </a:p>
        </p:txBody>
      </p:sp>
      <p:sp>
        <p:nvSpPr>
          <p:cNvPr id="96" name="Shape 94"/>
          <p:cNvSpPr/>
          <p:nvPr/>
        </p:nvSpPr>
        <p:spPr>
          <a:xfrm>
            <a:off x="5551424" y="3462528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551424" y="3462528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090</a:t>
            </a:r>
            <a:endParaRPr lang="en-US" sz="1900" dirty="0"/>
          </a:p>
        </p:txBody>
      </p:sp>
      <p:sp>
        <p:nvSpPr>
          <p:cNvPr id="98" name="Shape 96"/>
          <p:cNvSpPr/>
          <p:nvPr/>
        </p:nvSpPr>
        <p:spPr>
          <a:xfrm>
            <a:off x="5551424" y="4007104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551424" y="4007104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739</a:t>
            </a:r>
            <a:endParaRPr lang="en-US" sz="1900" dirty="0"/>
          </a:p>
        </p:txBody>
      </p:sp>
      <p:sp>
        <p:nvSpPr>
          <p:cNvPr id="100" name="Shape 98"/>
          <p:cNvSpPr/>
          <p:nvPr/>
        </p:nvSpPr>
        <p:spPr>
          <a:xfrm>
            <a:off x="5551424" y="455168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551424" y="455168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258</a:t>
            </a:r>
            <a:endParaRPr lang="en-US" sz="1900" dirty="0"/>
          </a:p>
        </p:txBody>
      </p:sp>
      <p:sp>
        <p:nvSpPr>
          <p:cNvPr id="102" name="Shape 100"/>
          <p:cNvSpPr/>
          <p:nvPr/>
        </p:nvSpPr>
        <p:spPr>
          <a:xfrm>
            <a:off x="5551424" y="509625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551424" y="509625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861</a:t>
            </a:r>
            <a:endParaRPr lang="en-US" sz="1900" dirty="0"/>
          </a:p>
        </p:txBody>
      </p:sp>
      <p:sp>
        <p:nvSpPr>
          <p:cNvPr id="104" name="Shape 102"/>
          <p:cNvSpPr/>
          <p:nvPr/>
        </p:nvSpPr>
        <p:spPr>
          <a:xfrm>
            <a:off x="5551424" y="564083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551424" y="564083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</a:t>
            </a:r>
            <a:endParaRPr lang="en-US" sz="1900" dirty="0"/>
          </a:p>
        </p:txBody>
      </p:sp>
      <p:sp>
        <p:nvSpPr>
          <p:cNvPr id="106" name="Shape 104"/>
          <p:cNvSpPr/>
          <p:nvPr/>
        </p:nvSpPr>
        <p:spPr>
          <a:xfrm>
            <a:off x="6802120" y="1234440"/>
            <a:ext cx="1195832" cy="5440680"/>
          </a:xfrm>
          <a:prstGeom prst="roundRect">
            <a:avLst>
              <a:gd name="adj" fmla="val 3823"/>
            </a:avLst>
          </a:prstGeom>
          <a:solidFill>
            <a:srgbClr val="F7F9FB"/>
          </a:solidFill>
          <a:ln w="12700">
            <a:solidFill>
              <a:srgbClr val="0086C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802120" y="1234440"/>
            <a:ext cx="1195832" cy="502920"/>
          </a:xfrm>
          <a:prstGeom prst="roundRect">
            <a:avLst>
              <a:gd name="adj" fmla="val 9091"/>
            </a:avLst>
          </a:prstGeom>
          <a:solidFill>
            <a:srgbClr val="0086C8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802120" y="1664208"/>
            <a:ext cx="1195832" cy="73152"/>
          </a:xfrm>
          <a:prstGeom prst="rect">
            <a:avLst/>
          </a:prstGeom>
          <a:solidFill>
            <a:srgbClr val="0086C8"/>
          </a:solidFill>
          <a:ln/>
        </p:spPr>
      </p:sp>
      <p:sp>
        <p:nvSpPr>
          <p:cNvPr id="109" name="Text 107"/>
          <p:cNvSpPr/>
          <p:nvPr/>
        </p:nvSpPr>
        <p:spPr>
          <a:xfrm>
            <a:off x="6802120" y="1234440"/>
            <a:ext cx="1195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 6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6856984" y="182880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856984" y="182880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367</a:t>
            </a:r>
            <a:endParaRPr lang="en-US" sz="1900" dirty="0"/>
          </a:p>
        </p:txBody>
      </p:sp>
      <p:sp>
        <p:nvSpPr>
          <p:cNvPr id="112" name="Shape 110"/>
          <p:cNvSpPr/>
          <p:nvPr/>
        </p:nvSpPr>
        <p:spPr>
          <a:xfrm>
            <a:off x="6856984" y="237337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856984" y="237337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</a:t>
            </a:r>
            <a:endParaRPr lang="en-US" sz="1900" dirty="0"/>
          </a:p>
        </p:txBody>
      </p:sp>
      <p:sp>
        <p:nvSpPr>
          <p:cNvPr id="114" name="Shape 112"/>
          <p:cNvSpPr/>
          <p:nvPr/>
        </p:nvSpPr>
        <p:spPr>
          <a:xfrm>
            <a:off x="6856984" y="291795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856984" y="291795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496</a:t>
            </a:r>
            <a:endParaRPr lang="en-US" sz="1900" dirty="0"/>
          </a:p>
        </p:txBody>
      </p:sp>
      <p:sp>
        <p:nvSpPr>
          <p:cNvPr id="116" name="Shape 114"/>
          <p:cNvSpPr/>
          <p:nvPr/>
        </p:nvSpPr>
        <p:spPr>
          <a:xfrm>
            <a:off x="6856984" y="3462528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856984" y="3462528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377</a:t>
            </a:r>
            <a:endParaRPr lang="en-US" sz="1900" dirty="0"/>
          </a:p>
        </p:txBody>
      </p:sp>
      <p:sp>
        <p:nvSpPr>
          <p:cNvPr id="118" name="Shape 116"/>
          <p:cNvSpPr/>
          <p:nvPr/>
        </p:nvSpPr>
        <p:spPr>
          <a:xfrm>
            <a:off x="6856984" y="4007104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856984" y="4007104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396</a:t>
            </a:r>
            <a:endParaRPr lang="en-US" sz="1900" dirty="0"/>
          </a:p>
        </p:txBody>
      </p:sp>
      <p:sp>
        <p:nvSpPr>
          <p:cNvPr id="120" name="Shape 118"/>
          <p:cNvSpPr/>
          <p:nvPr/>
        </p:nvSpPr>
        <p:spPr>
          <a:xfrm>
            <a:off x="6856984" y="455168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856984" y="455168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</a:t>
            </a:r>
            <a:endParaRPr lang="en-US" sz="1900" dirty="0"/>
          </a:p>
        </p:txBody>
      </p:sp>
      <p:sp>
        <p:nvSpPr>
          <p:cNvPr id="122" name="Shape 120"/>
          <p:cNvSpPr/>
          <p:nvPr/>
        </p:nvSpPr>
        <p:spPr>
          <a:xfrm>
            <a:off x="6856984" y="509625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856984" y="509625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390</a:t>
            </a:r>
            <a:endParaRPr lang="en-US" sz="1900" dirty="0"/>
          </a:p>
        </p:txBody>
      </p:sp>
      <p:sp>
        <p:nvSpPr>
          <p:cNvPr id="124" name="Shape 122"/>
          <p:cNvSpPr/>
          <p:nvPr/>
        </p:nvSpPr>
        <p:spPr>
          <a:xfrm>
            <a:off x="6856984" y="564083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856984" y="564083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899</a:t>
            </a:r>
            <a:endParaRPr lang="en-US" sz="1900" dirty="0"/>
          </a:p>
        </p:txBody>
      </p:sp>
      <p:sp>
        <p:nvSpPr>
          <p:cNvPr id="126" name="Shape 124"/>
          <p:cNvSpPr/>
          <p:nvPr/>
        </p:nvSpPr>
        <p:spPr>
          <a:xfrm>
            <a:off x="8107680" y="1234440"/>
            <a:ext cx="1195832" cy="5440680"/>
          </a:xfrm>
          <a:prstGeom prst="roundRect">
            <a:avLst>
              <a:gd name="adj" fmla="val 3823"/>
            </a:avLst>
          </a:prstGeom>
          <a:solidFill>
            <a:srgbClr val="F7F9FB"/>
          </a:solidFill>
          <a:ln w="12700">
            <a:solidFill>
              <a:srgbClr val="0086C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107680" y="1234440"/>
            <a:ext cx="1195832" cy="502920"/>
          </a:xfrm>
          <a:prstGeom prst="roundRect">
            <a:avLst>
              <a:gd name="adj" fmla="val 9091"/>
            </a:avLst>
          </a:prstGeom>
          <a:solidFill>
            <a:srgbClr val="0086C8"/>
          </a:solidFill>
          <a:ln/>
        </p:spPr>
      </p:sp>
      <p:sp>
        <p:nvSpPr>
          <p:cNvPr id="128" name="Shape 126"/>
          <p:cNvSpPr/>
          <p:nvPr/>
        </p:nvSpPr>
        <p:spPr>
          <a:xfrm>
            <a:off x="8107680" y="1664208"/>
            <a:ext cx="1195832" cy="73152"/>
          </a:xfrm>
          <a:prstGeom prst="rect">
            <a:avLst/>
          </a:prstGeom>
          <a:solidFill>
            <a:srgbClr val="0086C8"/>
          </a:solidFill>
          <a:ln/>
        </p:spPr>
      </p:sp>
      <p:sp>
        <p:nvSpPr>
          <p:cNvPr id="129" name="Text 127"/>
          <p:cNvSpPr/>
          <p:nvPr/>
        </p:nvSpPr>
        <p:spPr>
          <a:xfrm>
            <a:off x="8107680" y="1234440"/>
            <a:ext cx="1195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 7</a:t>
            </a:r>
            <a:endParaRPr lang="en-US" sz="1600" dirty="0"/>
          </a:p>
        </p:txBody>
      </p:sp>
      <p:sp>
        <p:nvSpPr>
          <p:cNvPr id="130" name="Shape 128"/>
          <p:cNvSpPr/>
          <p:nvPr/>
        </p:nvSpPr>
        <p:spPr>
          <a:xfrm>
            <a:off x="8162544" y="182880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162544" y="182880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</a:t>
            </a:r>
            <a:endParaRPr lang="en-US" sz="1900" dirty="0"/>
          </a:p>
        </p:txBody>
      </p:sp>
      <p:sp>
        <p:nvSpPr>
          <p:cNvPr id="132" name="Shape 130"/>
          <p:cNvSpPr/>
          <p:nvPr/>
        </p:nvSpPr>
        <p:spPr>
          <a:xfrm>
            <a:off x="8162544" y="237337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162544" y="237337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534</a:t>
            </a:r>
            <a:endParaRPr lang="en-US" sz="1900" dirty="0"/>
          </a:p>
        </p:txBody>
      </p:sp>
      <p:sp>
        <p:nvSpPr>
          <p:cNvPr id="134" name="Shape 132"/>
          <p:cNvSpPr/>
          <p:nvPr/>
        </p:nvSpPr>
        <p:spPr>
          <a:xfrm>
            <a:off x="8162544" y="291795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162544" y="291795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485</a:t>
            </a:r>
            <a:endParaRPr lang="en-US" sz="1900" dirty="0"/>
          </a:p>
        </p:txBody>
      </p:sp>
      <p:sp>
        <p:nvSpPr>
          <p:cNvPr id="136" name="Shape 134"/>
          <p:cNvSpPr/>
          <p:nvPr/>
        </p:nvSpPr>
        <p:spPr>
          <a:xfrm>
            <a:off x="8162544" y="3462528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162544" y="3462528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465</a:t>
            </a:r>
            <a:endParaRPr lang="en-US" sz="1900" dirty="0"/>
          </a:p>
        </p:txBody>
      </p:sp>
      <p:sp>
        <p:nvSpPr>
          <p:cNvPr id="138" name="Shape 136"/>
          <p:cNvSpPr/>
          <p:nvPr/>
        </p:nvSpPr>
        <p:spPr>
          <a:xfrm>
            <a:off x="8162544" y="4007104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162544" y="4007104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049</a:t>
            </a:r>
            <a:endParaRPr lang="en-US" sz="1900" dirty="0"/>
          </a:p>
        </p:txBody>
      </p:sp>
      <p:sp>
        <p:nvSpPr>
          <p:cNvPr id="140" name="Shape 138"/>
          <p:cNvSpPr/>
          <p:nvPr/>
        </p:nvSpPr>
        <p:spPr>
          <a:xfrm>
            <a:off x="8162544" y="455168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162544" y="455168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</a:t>
            </a:r>
            <a:endParaRPr lang="en-US" sz="1900" dirty="0"/>
          </a:p>
        </p:txBody>
      </p:sp>
      <p:sp>
        <p:nvSpPr>
          <p:cNvPr id="142" name="Shape 140"/>
          <p:cNvSpPr/>
          <p:nvPr/>
        </p:nvSpPr>
        <p:spPr>
          <a:xfrm>
            <a:off x="8162544" y="509625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162544" y="509625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551</a:t>
            </a:r>
            <a:endParaRPr lang="en-US" sz="1900" dirty="0"/>
          </a:p>
        </p:txBody>
      </p:sp>
      <p:sp>
        <p:nvSpPr>
          <p:cNvPr id="144" name="Shape 142"/>
          <p:cNvSpPr/>
          <p:nvPr/>
        </p:nvSpPr>
        <p:spPr>
          <a:xfrm>
            <a:off x="8162544" y="564083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162544" y="564083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</a:t>
            </a:r>
            <a:endParaRPr lang="en-US" sz="1900" dirty="0"/>
          </a:p>
        </p:txBody>
      </p:sp>
      <p:sp>
        <p:nvSpPr>
          <p:cNvPr id="146" name="Shape 144"/>
          <p:cNvSpPr/>
          <p:nvPr/>
        </p:nvSpPr>
        <p:spPr>
          <a:xfrm>
            <a:off x="8162544" y="6185408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8162544" y="6185408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098</a:t>
            </a:r>
            <a:endParaRPr lang="en-US" sz="1900" dirty="0"/>
          </a:p>
        </p:txBody>
      </p:sp>
      <p:sp>
        <p:nvSpPr>
          <p:cNvPr id="148" name="Shape 146"/>
          <p:cNvSpPr/>
          <p:nvPr/>
        </p:nvSpPr>
        <p:spPr>
          <a:xfrm>
            <a:off x="9413240" y="1234440"/>
            <a:ext cx="1195832" cy="5440680"/>
          </a:xfrm>
          <a:prstGeom prst="roundRect">
            <a:avLst>
              <a:gd name="adj" fmla="val 3823"/>
            </a:avLst>
          </a:prstGeom>
          <a:solidFill>
            <a:srgbClr val="F7F9FB"/>
          </a:solidFill>
          <a:ln w="12700">
            <a:solidFill>
              <a:srgbClr val="0086C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413240" y="1234440"/>
            <a:ext cx="1195832" cy="502920"/>
          </a:xfrm>
          <a:prstGeom prst="roundRect">
            <a:avLst>
              <a:gd name="adj" fmla="val 9091"/>
            </a:avLst>
          </a:prstGeom>
          <a:solidFill>
            <a:srgbClr val="0086C8"/>
          </a:solidFill>
          <a:ln/>
        </p:spPr>
      </p:sp>
      <p:sp>
        <p:nvSpPr>
          <p:cNvPr id="150" name="Shape 148"/>
          <p:cNvSpPr/>
          <p:nvPr/>
        </p:nvSpPr>
        <p:spPr>
          <a:xfrm>
            <a:off x="9413240" y="1664208"/>
            <a:ext cx="1195832" cy="73152"/>
          </a:xfrm>
          <a:prstGeom prst="rect">
            <a:avLst/>
          </a:prstGeom>
          <a:solidFill>
            <a:srgbClr val="0086C8"/>
          </a:solidFill>
          <a:ln/>
        </p:spPr>
      </p:sp>
      <p:sp>
        <p:nvSpPr>
          <p:cNvPr id="151" name="Text 149"/>
          <p:cNvSpPr/>
          <p:nvPr/>
        </p:nvSpPr>
        <p:spPr>
          <a:xfrm>
            <a:off x="9413240" y="1234440"/>
            <a:ext cx="1195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 8</a:t>
            </a:r>
            <a:endParaRPr lang="en-US" sz="1600" dirty="0"/>
          </a:p>
        </p:txBody>
      </p:sp>
      <p:sp>
        <p:nvSpPr>
          <p:cNvPr id="152" name="Shape 150"/>
          <p:cNvSpPr/>
          <p:nvPr/>
        </p:nvSpPr>
        <p:spPr>
          <a:xfrm>
            <a:off x="9468104" y="182880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9468104" y="182880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596</a:t>
            </a:r>
            <a:endParaRPr lang="en-US" sz="1900" dirty="0"/>
          </a:p>
        </p:txBody>
      </p:sp>
      <p:sp>
        <p:nvSpPr>
          <p:cNvPr id="154" name="Shape 152"/>
          <p:cNvSpPr/>
          <p:nvPr/>
        </p:nvSpPr>
        <p:spPr>
          <a:xfrm>
            <a:off x="9468104" y="237337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9468104" y="237337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744</a:t>
            </a:r>
            <a:endParaRPr lang="en-US" sz="1900" dirty="0"/>
          </a:p>
        </p:txBody>
      </p:sp>
      <p:sp>
        <p:nvSpPr>
          <p:cNvPr id="156" name="Shape 154"/>
          <p:cNvSpPr/>
          <p:nvPr/>
        </p:nvSpPr>
        <p:spPr>
          <a:xfrm>
            <a:off x="9468104" y="291795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9468104" y="291795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825</a:t>
            </a:r>
            <a:endParaRPr lang="en-US" sz="1900" dirty="0"/>
          </a:p>
        </p:txBody>
      </p:sp>
      <p:sp>
        <p:nvSpPr>
          <p:cNvPr id="158" name="Shape 156"/>
          <p:cNvSpPr/>
          <p:nvPr/>
        </p:nvSpPr>
        <p:spPr>
          <a:xfrm>
            <a:off x="9468104" y="3462528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468104" y="3462528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</a:t>
            </a:r>
            <a:endParaRPr lang="en-US" sz="1900" dirty="0"/>
          </a:p>
        </p:txBody>
      </p:sp>
      <p:sp>
        <p:nvSpPr>
          <p:cNvPr id="160" name="Shape 158"/>
          <p:cNvSpPr/>
          <p:nvPr/>
        </p:nvSpPr>
        <p:spPr>
          <a:xfrm>
            <a:off x="9468104" y="4007104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468104" y="4007104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668</a:t>
            </a:r>
            <a:endParaRPr lang="en-US" sz="1900" dirty="0"/>
          </a:p>
        </p:txBody>
      </p:sp>
      <p:sp>
        <p:nvSpPr>
          <p:cNvPr id="162" name="Shape 160"/>
          <p:cNvSpPr/>
          <p:nvPr/>
        </p:nvSpPr>
        <p:spPr>
          <a:xfrm>
            <a:off x="9468104" y="455168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9468104" y="455168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276</a:t>
            </a:r>
            <a:endParaRPr lang="en-US" sz="1900" dirty="0"/>
          </a:p>
        </p:txBody>
      </p:sp>
      <p:sp>
        <p:nvSpPr>
          <p:cNvPr id="164" name="Shape 162"/>
          <p:cNvSpPr/>
          <p:nvPr/>
        </p:nvSpPr>
        <p:spPr>
          <a:xfrm>
            <a:off x="9468104" y="509625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468104" y="509625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491</a:t>
            </a:r>
            <a:endParaRPr lang="en-US" sz="1900" dirty="0"/>
          </a:p>
        </p:txBody>
      </p:sp>
      <p:sp>
        <p:nvSpPr>
          <p:cNvPr id="166" name="Shape 164"/>
          <p:cNvSpPr/>
          <p:nvPr/>
        </p:nvSpPr>
        <p:spPr>
          <a:xfrm>
            <a:off x="9468104" y="564083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9468104" y="564083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929</a:t>
            </a:r>
            <a:endParaRPr lang="en-US" sz="1900" dirty="0"/>
          </a:p>
        </p:txBody>
      </p:sp>
      <p:sp>
        <p:nvSpPr>
          <p:cNvPr id="168" name="Shape 166"/>
          <p:cNvSpPr/>
          <p:nvPr/>
        </p:nvSpPr>
        <p:spPr>
          <a:xfrm>
            <a:off x="10718800" y="1234440"/>
            <a:ext cx="1195832" cy="5440680"/>
          </a:xfrm>
          <a:prstGeom prst="roundRect">
            <a:avLst>
              <a:gd name="adj" fmla="val 3823"/>
            </a:avLst>
          </a:prstGeom>
          <a:solidFill>
            <a:srgbClr val="F7F9FB"/>
          </a:solidFill>
          <a:ln w="12700">
            <a:solidFill>
              <a:srgbClr val="0086C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718800" y="1234440"/>
            <a:ext cx="1195832" cy="502920"/>
          </a:xfrm>
          <a:prstGeom prst="roundRect">
            <a:avLst>
              <a:gd name="adj" fmla="val 9091"/>
            </a:avLst>
          </a:prstGeom>
          <a:solidFill>
            <a:srgbClr val="0086C8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0718800" y="1664208"/>
            <a:ext cx="1195832" cy="73152"/>
          </a:xfrm>
          <a:prstGeom prst="rect">
            <a:avLst/>
          </a:prstGeom>
          <a:solidFill>
            <a:srgbClr val="0086C8"/>
          </a:solidFill>
          <a:ln/>
        </p:spPr>
      </p:sp>
      <p:sp>
        <p:nvSpPr>
          <p:cNvPr id="171" name="Text 169"/>
          <p:cNvSpPr/>
          <p:nvPr/>
        </p:nvSpPr>
        <p:spPr>
          <a:xfrm>
            <a:off x="10718800" y="1234440"/>
            <a:ext cx="1195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 9</a:t>
            </a:r>
            <a:endParaRPr lang="en-US" sz="1600" dirty="0"/>
          </a:p>
        </p:txBody>
      </p:sp>
      <p:sp>
        <p:nvSpPr>
          <p:cNvPr id="172" name="Shape 170"/>
          <p:cNvSpPr/>
          <p:nvPr/>
        </p:nvSpPr>
        <p:spPr>
          <a:xfrm>
            <a:off x="10773664" y="182880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0773664" y="182880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961</a:t>
            </a:r>
            <a:endParaRPr lang="en-US" sz="1900" dirty="0"/>
          </a:p>
        </p:txBody>
      </p:sp>
      <p:sp>
        <p:nvSpPr>
          <p:cNvPr id="174" name="Shape 172"/>
          <p:cNvSpPr/>
          <p:nvPr/>
        </p:nvSpPr>
        <p:spPr>
          <a:xfrm>
            <a:off x="10773664" y="237337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773664" y="237337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968</a:t>
            </a:r>
            <a:endParaRPr lang="en-US" sz="1900" dirty="0"/>
          </a:p>
        </p:txBody>
      </p:sp>
      <p:sp>
        <p:nvSpPr>
          <p:cNvPr id="176" name="Shape 174"/>
          <p:cNvSpPr/>
          <p:nvPr/>
        </p:nvSpPr>
        <p:spPr>
          <a:xfrm>
            <a:off x="10773664" y="291795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0773664" y="291795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900" dirty="0"/>
          </a:p>
        </p:txBody>
      </p:sp>
      <p:sp>
        <p:nvSpPr>
          <p:cNvPr id="178" name="Shape 176"/>
          <p:cNvSpPr/>
          <p:nvPr/>
        </p:nvSpPr>
        <p:spPr>
          <a:xfrm>
            <a:off x="10773664" y="3462528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0773664" y="3462528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</a:t>
            </a:r>
            <a:endParaRPr lang="en-US" sz="1900" dirty="0"/>
          </a:p>
        </p:txBody>
      </p:sp>
      <p:sp>
        <p:nvSpPr>
          <p:cNvPr id="180" name="Shape 178"/>
          <p:cNvSpPr/>
          <p:nvPr/>
        </p:nvSpPr>
        <p:spPr>
          <a:xfrm>
            <a:off x="10773664" y="4007104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0773664" y="4007104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990</a:t>
            </a:r>
            <a:endParaRPr lang="en-US" sz="1900" dirty="0"/>
          </a:p>
        </p:txBody>
      </p:sp>
      <p:sp>
        <p:nvSpPr>
          <p:cNvPr id="182" name="Shape 180"/>
          <p:cNvSpPr/>
          <p:nvPr/>
        </p:nvSpPr>
        <p:spPr>
          <a:xfrm>
            <a:off x="10773664" y="4551680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0773664" y="4551680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072</a:t>
            </a:r>
            <a:endParaRPr lang="en-US" sz="1900" dirty="0"/>
          </a:p>
        </p:txBody>
      </p:sp>
      <p:sp>
        <p:nvSpPr>
          <p:cNvPr id="184" name="Shape 182"/>
          <p:cNvSpPr/>
          <p:nvPr/>
        </p:nvSpPr>
        <p:spPr>
          <a:xfrm>
            <a:off x="10773664" y="5096256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0773664" y="5096256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900" dirty="0"/>
          </a:p>
        </p:txBody>
      </p:sp>
      <p:sp>
        <p:nvSpPr>
          <p:cNvPr id="186" name="Shape 184"/>
          <p:cNvSpPr/>
          <p:nvPr/>
        </p:nvSpPr>
        <p:spPr>
          <a:xfrm>
            <a:off x="10773664" y="5640832"/>
            <a:ext cx="1086104" cy="489712"/>
          </a:xfrm>
          <a:prstGeom prst="roundRect">
            <a:avLst>
              <a:gd name="adj" fmla="val 7469"/>
            </a:avLst>
          </a:prstGeom>
          <a:solidFill>
            <a:srgbClr val="FFFFFF"/>
          </a:solidFill>
          <a:ln w="15875">
            <a:solidFill>
              <a:srgbClr val="F15A24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0773664" y="5640832"/>
            <a:ext cx="108610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792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2026-07-18T06:31:40Z</dcterms:created>
  <dcterms:modified xsi:type="dcterms:W3CDTF">2026-07-18T06:31:40Z</dcterms:modified>
</cp:coreProperties>
</file>